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4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7" r:id="rId2"/>
    <p:sldMasterId id="2147483726" r:id="rId3"/>
    <p:sldMasterId id="2147483763" r:id="rId4"/>
    <p:sldMasterId id="2147483781" r:id="rId5"/>
  </p:sldMasterIdLst>
  <p:notesMasterIdLst>
    <p:notesMasterId r:id="rId20"/>
  </p:notesMasterIdLst>
  <p:sldIdLst>
    <p:sldId id="256" r:id="rId6"/>
    <p:sldId id="257" r:id="rId7"/>
    <p:sldId id="258" r:id="rId8"/>
    <p:sldId id="557" r:id="rId9"/>
    <p:sldId id="263" r:id="rId10"/>
    <p:sldId id="556" r:id="rId11"/>
    <p:sldId id="547" r:id="rId12"/>
    <p:sldId id="276" r:id="rId13"/>
    <p:sldId id="553" r:id="rId14"/>
    <p:sldId id="545" r:id="rId15"/>
    <p:sldId id="552" r:id="rId16"/>
    <p:sldId id="551" r:id="rId17"/>
    <p:sldId id="554" r:id="rId18"/>
    <p:sldId id="546" r:id="rId19"/>
  </p:sldIdLst>
  <p:sldSz cx="12192000" cy="6858000"/>
  <p:notesSz cx="6858000" cy="9144000"/>
  <p:embeddedFontLst>
    <p:embeddedFont>
      <p:font typeface="Baloo 2" panose="020B0604020202020204" charset="0"/>
      <p:regular r:id="rId21"/>
      <p:bold r:id="rId22"/>
    </p:embeddedFont>
    <p:embeddedFont>
      <p:font typeface="Pacifico" panose="02000000000000000000" pitchFamily="2" charset="0"/>
      <p:regular r:id="rId23"/>
    </p:embeddedFont>
    <p:embeddedFont>
      <p:font typeface="Quattrocento Sans" panose="020B0502050000020003" pitchFamily="34" charset="0"/>
      <p:regular r:id="rId24"/>
      <p:bold r:id="rId25"/>
      <p:italic r:id="rId26"/>
      <p:boldItalic r:id="rId27"/>
    </p:embeddedFont>
    <p:embeddedFont>
      <p:font typeface="Tw Cen MT" panose="020B0602020104020603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i0NxVIRN5QuXj5WKEE4WDtVT5T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78929" autoAdjust="0"/>
  </p:normalViewPr>
  <p:slideViewPr>
    <p:cSldViewPr snapToGrid="0">
      <p:cViewPr varScale="1">
        <p:scale>
          <a:sx n="105" d="100"/>
          <a:sy n="105" d="100"/>
        </p:scale>
        <p:origin x="144" y="2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6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4.fntdata"/><Relationship Id="rId32" Type="http://customschemas.google.com/relationships/presentationmetadata" Target="meta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11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9" name="Google Shape;30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5" name="Google Shape;3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2" name="Google Shape;3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>
          <a:extLst>
            <a:ext uri="{FF2B5EF4-FFF2-40B4-BE49-F238E27FC236}">
              <a16:creationId xmlns:a16="http://schemas.microsoft.com/office/drawing/2014/main" id="{0FC6B355-A612-3F9A-3AD9-231C27368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:notes">
            <a:extLst>
              <a:ext uri="{FF2B5EF4-FFF2-40B4-BE49-F238E27FC236}">
                <a16:creationId xmlns:a16="http://schemas.microsoft.com/office/drawing/2014/main" id="{223AD934-56EB-832A-5040-C36BB20C86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2" name="Google Shape;352;p3:notes">
            <a:extLst>
              <a:ext uri="{FF2B5EF4-FFF2-40B4-BE49-F238E27FC236}">
                <a16:creationId xmlns:a16="http://schemas.microsoft.com/office/drawing/2014/main" id="{A56DF779-AF5B-C9C6-2985-AB3D9C1E43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32186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9" name="Google Shape;3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D53CC-61F8-61EC-DA73-4D5B7CE10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010D7B-8EB8-3D7A-893A-4C88B281E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1BCE6B-D4D3-57FC-29C6-D2C79C9D6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FD484-7FEA-5F3C-6817-E491C425F1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0899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1A07E-4815-2E00-71F5-79BEE5FC3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891DA-7D3C-EB0C-A6B3-44860D66E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81D34A-026A-4592-4A2C-9741D5914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C8B5A-A6A8-2E6B-91E1-576E13C1CB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914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43022-9227-A01D-ED0C-131D10604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C4568-8B2F-9B59-93E4-D9DB1F728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342F8-5589-006B-B46B-61635D7E2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92D4D-A74C-EA67-DA7B-5259BAC31D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8932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4124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DF096-B2E9-5728-BB84-A8BD6FD9D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C4CC9A-BF6E-9A9B-0E85-886970264F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9A497-1E71-D821-ECCD-EEBB02C63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CA7B9-88F0-01AE-A1A6-3BC53B15B3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791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6D795-BA6F-8FC6-C405-14D7F4434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BB0F5-2694-4012-143B-353541010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0E1A6-43DC-CF31-4AAE-9B4FDC682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F960E-8225-5C44-AD49-EC8A5363D5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8752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emf"/><Relationship Id="rId4" Type="http://schemas.microsoft.com/office/2007/relationships/hdphoto" Target="../media/hdphoto1.wdp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emf"/><Relationship Id="rId4" Type="http://schemas.microsoft.com/office/2007/relationships/hdphoto" Target="../media/hdphoto1.wdp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emf"/><Relationship Id="rId4" Type="http://schemas.microsoft.com/office/2007/relationships/hdphoto" Target="../media/hdphoto1.wdp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emf"/><Relationship Id="rId4" Type="http://schemas.microsoft.com/office/2007/relationships/hdphoto" Target="../media/hdphoto1.wdp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emf"/><Relationship Id="rId4" Type="http://schemas.microsoft.com/office/2007/relationships/hdphoto" Target="../media/hdphoto1.wdp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emf"/><Relationship Id="rId4" Type="http://schemas.microsoft.com/office/2007/relationships/hdphoto" Target="../media/hdphoto1.wdp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  <a:defRPr sz="48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000" cap="none">
                <a:solidFill>
                  <a:schemeClr val="lt2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9pPr>
          </a:lstStyle>
          <a:p>
            <a:endParaRPr dirty="0"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1"/>
          </p:nvPr>
        </p:nvSpPr>
        <p:spPr>
          <a:xfrm>
            <a:off x="1141410" y="4419599"/>
            <a:ext cx="9904459" cy="137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 dirty="0"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 txBox="1"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9" name="Google Shape;49;p26"/>
          <p:cNvSpPr txBox="1"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50" name="Google Shape;50;p26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5" name="Google Shape;55;p27"/>
          <p:cNvSpPr txBox="1">
            <a:spLocks noGrp="1"/>
          </p:cNvSpPr>
          <p:nvPr>
            <p:ph type="body" idx="1"/>
          </p:nvPr>
        </p:nvSpPr>
        <p:spPr>
          <a:xfrm>
            <a:off x="1141410" y="2249486"/>
            <a:ext cx="487838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2"/>
          </p:nvPr>
        </p:nvSpPr>
        <p:spPr>
          <a:xfrm>
            <a:off x="6172200" y="2249486"/>
            <a:ext cx="4875211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57" name="Google Shape;57;p27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8"/>
          <p:cNvSpPr txBox="1"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28"/>
          <p:cNvSpPr txBox="1"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63" name="Google Shape;63;p28"/>
          <p:cNvSpPr txBox="1">
            <a:spLocks noGrp="1"/>
          </p:cNvSpPr>
          <p:nvPr>
            <p:ph type="body" idx="2"/>
          </p:nvPr>
        </p:nvSpPr>
        <p:spPr>
          <a:xfrm>
            <a:off x="1141410" y="3073397"/>
            <a:ext cx="4878391" cy="271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64" name="Google Shape;64;p28"/>
          <p:cNvSpPr txBox="1">
            <a:spLocks noGrp="1"/>
          </p:cNvSpPr>
          <p:nvPr>
            <p:ph type="body" idx="3"/>
          </p:nvPr>
        </p:nvSpPr>
        <p:spPr>
          <a:xfrm>
            <a:off x="6400808" y="2249485"/>
            <a:ext cx="464660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65" name="Google Shape;65;p28"/>
          <p:cNvSpPr txBox="1">
            <a:spLocks noGrp="1"/>
          </p:cNvSpPr>
          <p:nvPr>
            <p:ph type="body" idx="4"/>
          </p:nvPr>
        </p:nvSpPr>
        <p:spPr>
          <a:xfrm>
            <a:off x="6172200" y="3073397"/>
            <a:ext cx="4875210" cy="271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66" name="Google Shape;66;p28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9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0" name="Google Shape;80;p31"/>
          <p:cNvSpPr txBox="1">
            <a:spLocks noGrp="1"/>
          </p:cNvSpPr>
          <p:nvPr>
            <p:ph type="body" idx="1"/>
          </p:nvPr>
        </p:nvSpPr>
        <p:spPr>
          <a:xfrm>
            <a:off x="5156200" y="592666"/>
            <a:ext cx="5891209" cy="519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81" name="Google Shape;81;p31"/>
          <p:cNvSpPr txBox="1">
            <a:spLocks noGrp="1"/>
          </p:cNvSpPr>
          <p:nvPr>
            <p:ph type="body" idx="2"/>
          </p:nvPr>
        </p:nvSpPr>
        <p:spPr>
          <a:xfrm>
            <a:off x="1146705" y="2249486"/>
            <a:ext cx="3856037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 dirty="0"/>
          </a:p>
        </p:txBody>
      </p:sp>
      <p:sp>
        <p:nvSpPr>
          <p:cNvPr id="82" name="Google Shape;82;p31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1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icture with Caption">
  <p:cSld name="1_Picture with Captio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2"/>
          <p:cNvSpPr>
            <a:spLocks noGrp="1"/>
          </p:cNvSpPr>
          <p:nvPr>
            <p:ph type="pic" idx="2"/>
          </p:nvPr>
        </p:nvSpPr>
        <p:spPr>
          <a:xfrm>
            <a:off x="2323912" y="1702916"/>
            <a:ext cx="1867078" cy="2638469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 cmpd="sng">
            <a:solidFill>
              <a:srgbClr val="E7FDA3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87" name="Google Shape;87;p32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2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2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0" name="Google Shape;90;p32"/>
          <p:cNvSpPr>
            <a:spLocks noGrp="1"/>
          </p:cNvSpPr>
          <p:nvPr>
            <p:ph type="pic" idx="3"/>
          </p:nvPr>
        </p:nvSpPr>
        <p:spPr>
          <a:xfrm>
            <a:off x="8238657" y="1702916"/>
            <a:ext cx="1867078" cy="2638469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 cmpd="sng">
            <a:solidFill>
              <a:srgbClr val="E7FDA3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91" name="Google Shape;91;p32"/>
          <p:cNvSpPr txBox="1">
            <a:spLocks noGrp="1"/>
          </p:cNvSpPr>
          <p:nvPr>
            <p:ph type="body" idx="1"/>
          </p:nvPr>
        </p:nvSpPr>
        <p:spPr>
          <a:xfrm>
            <a:off x="915613" y="4489169"/>
            <a:ext cx="4683676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28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92" name="Google Shape;92;p32"/>
          <p:cNvSpPr txBox="1">
            <a:spLocks noGrp="1"/>
          </p:cNvSpPr>
          <p:nvPr>
            <p:ph type="body" idx="4"/>
          </p:nvPr>
        </p:nvSpPr>
        <p:spPr>
          <a:xfrm>
            <a:off x="915613" y="5065431"/>
            <a:ext cx="4683676" cy="81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93" name="Google Shape;93;p32"/>
          <p:cNvSpPr txBox="1">
            <a:spLocks noGrp="1"/>
          </p:cNvSpPr>
          <p:nvPr>
            <p:ph type="body" idx="5"/>
          </p:nvPr>
        </p:nvSpPr>
        <p:spPr>
          <a:xfrm>
            <a:off x="6802922" y="4489169"/>
            <a:ext cx="469124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28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94" name="Google Shape;94;p32"/>
          <p:cNvSpPr txBox="1">
            <a:spLocks noGrp="1"/>
          </p:cNvSpPr>
          <p:nvPr>
            <p:ph type="body" idx="6"/>
          </p:nvPr>
        </p:nvSpPr>
        <p:spPr>
          <a:xfrm>
            <a:off x="6801462" y="5065430"/>
            <a:ext cx="4691240" cy="81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3"/>
          <p:cNvSpPr txBox="1"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7" name="Google Shape;97;p33"/>
          <p:cNvSpPr>
            <a:spLocks noGrp="1"/>
          </p:cNvSpPr>
          <p:nvPr>
            <p:ph type="pic" idx="2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 cmpd="sng">
            <a:solidFill>
              <a:srgbClr val="E7FDA3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98" name="Google Shape;98;p33"/>
          <p:cNvSpPr txBox="1">
            <a:spLocks noGrp="1"/>
          </p:cNvSpPr>
          <p:nvPr>
            <p:ph type="body" idx="1"/>
          </p:nvPr>
        </p:nvSpPr>
        <p:spPr>
          <a:xfrm>
            <a:off x="1141364" y="5124020"/>
            <a:ext cx="9910859" cy="682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 dirty="0"/>
          </a:p>
        </p:txBody>
      </p:sp>
      <p:sp>
        <p:nvSpPr>
          <p:cNvPr id="99" name="Google Shape;99;p33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3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3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4"/>
          <p:cNvSpPr txBox="1"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4" name="Google Shape;104;p34"/>
          <p:cNvSpPr txBox="1">
            <a:spLocks noGrp="1"/>
          </p:cNvSpPr>
          <p:nvPr>
            <p:ph type="body" idx="1"/>
          </p:nvPr>
        </p:nvSpPr>
        <p:spPr>
          <a:xfrm>
            <a:off x="1720644" y="3365557"/>
            <a:ext cx="8752299" cy="54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 dirty="0"/>
          </a:p>
        </p:txBody>
      </p:sp>
      <p:sp>
        <p:nvSpPr>
          <p:cNvPr id="105" name="Google Shape;105;p34"/>
          <p:cNvSpPr txBox="1">
            <a:spLocks noGrp="1"/>
          </p:cNvSpPr>
          <p:nvPr>
            <p:ph type="body" idx="2"/>
          </p:nvPr>
        </p:nvSpPr>
        <p:spPr>
          <a:xfrm>
            <a:off x="1141411" y="4309919"/>
            <a:ext cx="9906002" cy="148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 dirty="0"/>
          </a:p>
        </p:txBody>
      </p:sp>
      <p:sp>
        <p:nvSpPr>
          <p:cNvPr id="106" name="Google Shape;106;p34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4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4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9" name="Google Shape;109;p34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lang="en-GB" sz="8000" b="0" i="0" u="none" strike="noStrike" cap="none" dirty="0">
                <a:solidFill>
                  <a:schemeClr val="lt1"/>
                </a:solidFill>
                <a:latin typeface="Baloo 2" panose="020B0604020202020204" charset="0"/>
                <a:ea typeface="Twentieth Century"/>
                <a:cs typeface="Baloo 2" panose="020B0604020202020204" charset="0"/>
                <a:sym typeface="Twentieth Century"/>
              </a:rPr>
              <a:t>“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4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lang="en-GB" sz="8000" b="0" i="0" u="none" strike="noStrike" cap="none" dirty="0">
                <a:solidFill>
                  <a:schemeClr val="lt1"/>
                </a:solidFill>
                <a:latin typeface="Baloo 2" panose="020B0604020202020204" charset="0"/>
                <a:ea typeface="Twentieth Century"/>
                <a:cs typeface="Baloo 2" panose="020B0604020202020204" charset="0"/>
                <a:sym typeface="Twentieth Century"/>
              </a:rPr>
              <a:t>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5"/>
          <p:cNvSpPr txBox="1"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3" name="Google Shape;113;p35"/>
          <p:cNvSpPr txBox="1">
            <a:spLocks noGrp="1"/>
          </p:cNvSpPr>
          <p:nvPr>
            <p:ph type="body" idx="1"/>
          </p:nvPr>
        </p:nvSpPr>
        <p:spPr>
          <a:xfrm>
            <a:off x="1141364" y="4657655"/>
            <a:ext cx="9904505" cy="1140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 dirty="0"/>
          </a:p>
        </p:txBody>
      </p:sp>
      <p:sp>
        <p:nvSpPr>
          <p:cNvPr id="114" name="Google Shape;114;p35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5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35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6"/>
          <p:cNvSpPr txBox="1"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9" name="Google Shape;119;p36"/>
          <p:cNvSpPr txBox="1"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120" name="Google Shape;120;p36"/>
          <p:cNvSpPr txBox="1">
            <a:spLocks noGrp="1"/>
          </p:cNvSpPr>
          <p:nvPr>
            <p:ph type="body" idx="2"/>
          </p:nvPr>
        </p:nvSpPr>
        <p:spPr>
          <a:xfrm>
            <a:off x="1127918" y="3360263"/>
            <a:ext cx="3208735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121" name="Google Shape;121;p36"/>
          <p:cNvSpPr txBox="1">
            <a:spLocks noGrp="1"/>
          </p:cNvSpPr>
          <p:nvPr>
            <p:ph type="body" idx="3"/>
          </p:nvPr>
        </p:nvSpPr>
        <p:spPr>
          <a:xfrm>
            <a:off x="4514766" y="2677635"/>
            <a:ext cx="318438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122" name="Google Shape;122;p36"/>
          <p:cNvSpPr txBox="1">
            <a:spLocks noGrp="1"/>
          </p:cNvSpPr>
          <p:nvPr>
            <p:ph type="body" idx="4"/>
          </p:nvPr>
        </p:nvSpPr>
        <p:spPr>
          <a:xfrm>
            <a:off x="4504213" y="3363435"/>
            <a:ext cx="3195830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123" name="Google Shape;123;p36"/>
          <p:cNvSpPr txBox="1">
            <a:spLocks noGrp="1"/>
          </p:cNvSpPr>
          <p:nvPr>
            <p:ph type="body" idx="5"/>
          </p:nvPr>
        </p:nvSpPr>
        <p:spPr>
          <a:xfrm>
            <a:off x="7852442" y="2674463"/>
            <a:ext cx="31949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124" name="Google Shape;124;p36"/>
          <p:cNvSpPr txBox="1">
            <a:spLocks noGrp="1"/>
          </p:cNvSpPr>
          <p:nvPr>
            <p:ph type="body" idx="6"/>
          </p:nvPr>
        </p:nvSpPr>
        <p:spPr>
          <a:xfrm>
            <a:off x="7852442" y="3360263"/>
            <a:ext cx="3194968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125" name="Google Shape;125;p36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6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6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7"/>
          <p:cNvSpPr txBox="1"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0" name="Google Shape;130;p37"/>
          <p:cNvSpPr txBox="1"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131" name="Google Shape;131;p37"/>
          <p:cNvSpPr>
            <a:spLocks noGrp="1"/>
          </p:cNvSpPr>
          <p:nvPr>
            <p:ph type="pic" idx="2"/>
          </p:nvPr>
        </p:nvSpPr>
        <p:spPr>
          <a:xfrm>
            <a:off x="1141413" y="2666998"/>
            <a:ext cx="31952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E7FDA3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132" name="Google Shape;132;p37"/>
          <p:cNvSpPr txBox="1">
            <a:spLocks noGrp="1"/>
          </p:cNvSpPr>
          <p:nvPr>
            <p:ph type="body" idx="3"/>
          </p:nvPr>
        </p:nvSpPr>
        <p:spPr>
          <a:xfrm>
            <a:off x="1141413" y="4980858"/>
            <a:ext cx="3195240" cy="81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133" name="Google Shape;133;p37"/>
          <p:cNvSpPr txBox="1">
            <a:spLocks noGrp="1"/>
          </p:cNvSpPr>
          <p:nvPr>
            <p:ph type="body" idx="4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134" name="Google Shape;134;p37"/>
          <p:cNvSpPr>
            <a:spLocks noGrp="1"/>
          </p:cNvSpPr>
          <p:nvPr>
            <p:ph type="pic" idx="5"/>
          </p:nvPr>
        </p:nvSpPr>
        <p:spPr>
          <a:xfrm>
            <a:off x="4489053" y="2666998"/>
            <a:ext cx="31989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E7FDA3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135" name="Google Shape;135;p37"/>
          <p:cNvSpPr txBox="1">
            <a:spLocks noGrp="1"/>
          </p:cNvSpPr>
          <p:nvPr>
            <p:ph type="body" idx="6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136" name="Google Shape;136;p37"/>
          <p:cNvSpPr txBox="1">
            <a:spLocks noGrp="1"/>
          </p:cNvSpPr>
          <p:nvPr>
            <p:ph type="body" idx="7"/>
          </p:nvPr>
        </p:nvSpPr>
        <p:spPr>
          <a:xfrm>
            <a:off x="7852567" y="4404595"/>
            <a:ext cx="319074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137" name="Google Shape;137;p37"/>
          <p:cNvSpPr>
            <a:spLocks noGrp="1"/>
          </p:cNvSpPr>
          <p:nvPr>
            <p:ph type="pic" idx="8"/>
          </p:nvPr>
        </p:nvSpPr>
        <p:spPr>
          <a:xfrm>
            <a:off x="7852442" y="2666998"/>
            <a:ext cx="3194969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E7FDA3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138" name="Google Shape;138;p37"/>
          <p:cNvSpPr txBox="1">
            <a:spLocks noGrp="1"/>
          </p:cNvSpPr>
          <p:nvPr>
            <p:ph type="body" idx="9"/>
          </p:nvPr>
        </p:nvSpPr>
        <p:spPr>
          <a:xfrm>
            <a:off x="7852442" y="4980854"/>
            <a:ext cx="3194968" cy="8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139" name="Google Shape;139;p37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7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7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8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4" name="Google Shape;144;p38"/>
          <p:cNvSpPr txBox="1">
            <a:spLocks noGrp="1"/>
          </p:cNvSpPr>
          <p:nvPr>
            <p:ph type="body" idx="1"/>
          </p:nvPr>
        </p:nvSpPr>
        <p:spPr>
          <a:xfrm rot="5400000">
            <a:off x="4323555" y="-932655"/>
            <a:ext cx="3541714" cy="990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145" name="Google Shape;145;p38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8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8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9"/>
          <p:cNvSpPr txBox="1">
            <a:spLocks noGrp="1"/>
          </p:cNvSpPr>
          <p:nvPr>
            <p:ph type="title"/>
          </p:nvPr>
        </p:nvSpPr>
        <p:spPr>
          <a:xfrm rot="5400000">
            <a:off x="7454105" y="2197894"/>
            <a:ext cx="5181601" cy="2005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0" name="Google Shape;150;p39"/>
          <p:cNvSpPr txBox="1">
            <a:spLocks noGrp="1"/>
          </p:cNvSpPr>
          <p:nvPr>
            <p:ph type="body" idx="1"/>
          </p:nvPr>
        </p:nvSpPr>
        <p:spPr>
          <a:xfrm rot="5400000">
            <a:off x="2424905" y="-673895"/>
            <a:ext cx="5181601" cy="774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151" name="Google Shape;151;p39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9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9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0289" y="2161292"/>
            <a:ext cx="5934508" cy="776286"/>
          </a:xfrm>
        </p:spPr>
        <p:txBody>
          <a:bodyPr anchor="b"/>
          <a:lstStyle>
            <a:lvl1pPr algn="ctr">
              <a:defRPr sz="3200" b="1" u="sng">
                <a:latin typeface="Baloo 2" panose="020B0604020202020204" charset="0"/>
                <a:cs typeface="Baloo 2" panose="020B060402020202020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1437922"/>
            <a:ext cx="2817920" cy="3982156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0286" y="2983614"/>
            <a:ext cx="5934511" cy="16443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543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23912" y="1702916"/>
            <a:ext cx="1867078" cy="263846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D7FE02D1-77C9-427B-89F7-4236322C7FD8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8238657" y="1702916"/>
            <a:ext cx="1867078" cy="263846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FADFDED-5398-4068-BCF5-A1E722A4D3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15613" y="4489169"/>
            <a:ext cx="46836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800" b="0" cap="all" baseline="0">
                <a:solidFill>
                  <a:schemeClr val="tx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BB01858E-22AB-42C1-90ED-1D270917E557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915613" y="5065431"/>
            <a:ext cx="4683676" cy="817843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AB5166B-A9F4-4D36-9265-149C9B4FD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02922" y="4489169"/>
            <a:ext cx="469124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800" b="0" cap="all" baseline="0">
                <a:solidFill>
                  <a:schemeClr val="tx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6312EF3-6AE5-4E8C-A230-1C98D5FE4BBD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801462" y="5065430"/>
            <a:ext cx="4691240" cy="810342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95572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509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/>
        </p:nvSpPr>
        <p:spPr>
          <a:xfrm>
            <a:off x="8522678" y="648576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9390186" y="6670431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10021826" y="67056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10009634" y="666292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3DAAF473-A983-4332-98DF-F93644E1A6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83270" y="165559"/>
            <a:ext cx="2063279" cy="1233921"/>
          </a:xfrm>
          <a:prstGeom prst="rect">
            <a:avLst/>
          </a:prstGeom>
        </p:spPr>
      </p:pic>
      <p:pic>
        <p:nvPicPr>
          <p:cNvPr id="7" name="Picture 6" descr="A close up of a card&#10;&#10;Description automatically generated">
            <a:extLst>
              <a:ext uri="{FF2B5EF4-FFF2-40B4-BE49-F238E27FC236}">
                <a16:creationId xmlns:a16="http://schemas.microsoft.com/office/drawing/2014/main" id="{16AD86EB-5EB9-D2AF-19AB-3382FDD5489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316809" y="853106"/>
            <a:ext cx="442944" cy="4813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C40827-A300-D001-197C-F9938247DC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4258" t="12480" r="4514" b="13071"/>
          <a:stretch/>
        </p:blipFill>
        <p:spPr>
          <a:xfrm>
            <a:off x="11248088" y="228815"/>
            <a:ext cx="580385" cy="47461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F786FB4-3FD0-CEAA-6E4C-19B9446FD336}"/>
              </a:ext>
            </a:extLst>
          </p:cNvPr>
          <p:cNvGrpSpPr/>
          <p:nvPr userDrawn="1"/>
        </p:nvGrpSpPr>
        <p:grpSpPr>
          <a:xfrm>
            <a:off x="10361774" y="969268"/>
            <a:ext cx="771089" cy="226791"/>
            <a:chOff x="2812211" y="4520242"/>
            <a:chExt cx="4106174" cy="120769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3312A6F-8D8F-F6AF-835A-5CC4274B3EA7}"/>
                </a:ext>
              </a:extLst>
            </p:cNvPr>
            <p:cNvSpPr/>
            <p:nvPr/>
          </p:nvSpPr>
          <p:spPr>
            <a:xfrm>
              <a:off x="2812211" y="4520242"/>
              <a:ext cx="4106174" cy="120769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7" name="Picture 66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B9B71512-DB9F-A2D2-973F-F57320FD1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81790" y="4823758"/>
              <a:ext cx="3705225" cy="685800"/>
            </a:xfrm>
            <a:prstGeom prst="rect">
              <a:avLst/>
            </a:prstGeom>
          </p:spPr>
        </p:pic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D25DF9BC-5B46-9A0E-B8C2-E2AE8C85EDD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388309" y="256381"/>
            <a:ext cx="738477" cy="38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9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796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500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022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140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72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52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239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768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99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627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131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962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124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49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25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90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3DAAF473-A983-4332-98DF-F93644E1A6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83270" y="165559"/>
            <a:ext cx="2063279" cy="1233921"/>
          </a:xfrm>
          <a:prstGeom prst="rect">
            <a:avLst/>
          </a:prstGeom>
        </p:spPr>
      </p:pic>
      <p:pic>
        <p:nvPicPr>
          <p:cNvPr id="69" name="Picture 68" descr="A close up of a card&#10;&#10;Description automatically generated">
            <a:extLst>
              <a:ext uri="{FF2B5EF4-FFF2-40B4-BE49-F238E27FC236}">
                <a16:creationId xmlns:a16="http://schemas.microsoft.com/office/drawing/2014/main" id="{7A5D118C-0171-8C77-4F3A-D31EACD4B41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349614" y="448099"/>
            <a:ext cx="573299" cy="623024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16060BA1-8A26-CD43-B0BE-5BE0FF6791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4258" t="12480" r="4514" b="13071"/>
          <a:stretch/>
        </p:blipFill>
        <p:spPr>
          <a:xfrm>
            <a:off x="10391821" y="448099"/>
            <a:ext cx="804605" cy="65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71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65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13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447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735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1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29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51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148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37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05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0193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10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668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879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76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557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6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26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77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055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249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104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407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79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9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64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637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677334" y="2370667"/>
            <a:ext cx="5158225" cy="406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11" name="Picture 10" descr="A picture containing outdoor, open, engine, distance&#10;&#10;Description automatically generated">
            <a:extLst>
              <a:ext uri="{FF2B5EF4-FFF2-40B4-BE49-F238E27FC236}">
                <a16:creationId xmlns:a16="http://schemas.microsoft.com/office/drawing/2014/main" id="{323C71C7-B118-4327-A53D-757E26AC07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96432" y="-792909"/>
            <a:ext cx="3662420" cy="374358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914876" y="977212"/>
            <a:ext cx="501569" cy="20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outdoor, open, engine, distance&#10;&#10;Description automatically generated">
            <a:extLst>
              <a:ext uri="{FF2B5EF4-FFF2-40B4-BE49-F238E27FC236}">
                <a16:creationId xmlns:a16="http://schemas.microsoft.com/office/drawing/2014/main" id="{66836080-FDAF-422E-A7EF-4F8669C04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07532" y="-81709"/>
            <a:ext cx="3662420" cy="37435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1AC687-DA5A-4D67-9857-95FBA1AA6B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25976" y="1688412"/>
            <a:ext cx="501569" cy="20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187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86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outdoor, open, engine, distance&#10;&#10;Description automatically generated">
            <a:extLst>
              <a:ext uri="{FF2B5EF4-FFF2-40B4-BE49-F238E27FC236}">
                <a16:creationId xmlns:a16="http://schemas.microsoft.com/office/drawing/2014/main" id="{66836080-FDAF-422E-A7EF-4F8669C04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200" y="-2075131"/>
            <a:ext cx="10769600" cy="110082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1AC687-DA5A-4D67-9857-95FBA1AA6B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396568" y="3130032"/>
            <a:ext cx="1474902" cy="59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960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outdoor, open, engine, distance&#10;&#10;Description automatically generated">
            <a:extLst>
              <a:ext uri="{FF2B5EF4-FFF2-40B4-BE49-F238E27FC236}">
                <a16:creationId xmlns:a16="http://schemas.microsoft.com/office/drawing/2014/main" id="{66836080-FDAF-422E-A7EF-4F8669C04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55490" y="-116114"/>
            <a:ext cx="6936510" cy="70902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1AC687-DA5A-4D67-9857-95FBA1AA6B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344184" y="3236440"/>
            <a:ext cx="949958" cy="38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697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-4757854" y="-2676293"/>
            <a:ext cx="21707708" cy="12210586"/>
          </a:xfrm>
          <a:prstGeom prst="rect">
            <a:avLst/>
          </a:prstGeom>
        </p:spPr>
      </p:pic>
      <p:pic>
        <p:nvPicPr>
          <p:cNvPr id="8" name="Picture 7" descr="A picture containing outdoor, open, engine, distance&#10;&#10;Description automatically generated">
            <a:extLst>
              <a:ext uri="{FF2B5EF4-FFF2-40B4-BE49-F238E27FC236}">
                <a16:creationId xmlns:a16="http://schemas.microsoft.com/office/drawing/2014/main" id="{66836080-FDAF-422E-A7EF-4F8669C04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434630" y="1005556"/>
            <a:ext cx="3662420" cy="37435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1AC687-DA5A-4D67-9857-95FBA1AA6B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4053074" y="2775677"/>
            <a:ext cx="501569" cy="20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243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-4757854" y="-2676293"/>
            <a:ext cx="21707708" cy="12210586"/>
          </a:xfrm>
          <a:prstGeom prst="rect">
            <a:avLst/>
          </a:prstGeom>
        </p:spPr>
      </p:pic>
      <p:pic>
        <p:nvPicPr>
          <p:cNvPr id="8" name="Picture 7" descr="A picture containing outdoor, open, engine, distance&#10;&#10;Description automatically generated">
            <a:extLst>
              <a:ext uri="{FF2B5EF4-FFF2-40B4-BE49-F238E27FC236}">
                <a16:creationId xmlns:a16="http://schemas.microsoft.com/office/drawing/2014/main" id="{66836080-FDAF-422E-A7EF-4F8669C04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64667" y="-3054056"/>
            <a:ext cx="12685004" cy="129661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1AC687-DA5A-4D67-9857-95FBA1AA6B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27392" y="3076860"/>
            <a:ext cx="1737216" cy="70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013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-4757854" y="-2676293"/>
            <a:ext cx="21707708" cy="1221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42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4.xml"/><Relationship Id="rId21" Type="http://schemas.openxmlformats.org/officeDocument/2006/relationships/image" Target="../media/image8.png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image" Target="../media/image9.png"/><Relationship Id="rId10" Type="http://schemas.openxmlformats.org/officeDocument/2006/relationships/slideLayout" Target="../slideLayouts/slideLayout31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image" Target="../media/image2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21" Type="http://schemas.openxmlformats.org/officeDocument/2006/relationships/image" Target="../media/image8.png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image" Target="../media/image12.png"/><Relationship Id="rId10" Type="http://schemas.openxmlformats.org/officeDocument/2006/relationships/slideLayout" Target="../slideLayouts/slideLayout48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image" Target="../media/image2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7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2.xml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20" Type="http://schemas.openxmlformats.org/officeDocument/2006/relationships/theme" Target="../theme/theme5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74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BC9C"/>
            </a:gs>
            <a:gs pos="23000">
              <a:srgbClr val="18AE91"/>
            </a:gs>
            <a:gs pos="69000">
              <a:srgbClr val="16A186"/>
            </a:gs>
            <a:gs pos="97000">
              <a:srgbClr val="11816B"/>
            </a:gs>
            <a:gs pos="100000">
              <a:srgbClr val="11816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 </a:t>
            </a:r>
            <a:endParaRPr dirty="0"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873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 dirty="0"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 lang="en-GB"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 lang="en-GB"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5" name="Google Shape;15;p15" descr="A close up of a sign&#10;&#10;Description automatically generated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8830418" y="-17400"/>
            <a:ext cx="1504824" cy="150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5"/>
          <p:cNvPicPr preferRelativeResize="0"/>
          <p:nvPr/>
        </p:nvPicPr>
        <p:blipFill rotWithShape="1">
          <a:blip r:embed="rId23">
            <a:alphaModFix/>
          </a:blip>
          <a:srcRect l="4258" t="12480" r="4514" b="13070"/>
          <a:stretch/>
        </p:blipFill>
        <p:spPr>
          <a:xfrm>
            <a:off x="10729036" y="674739"/>
            <a:ext cx="807213" cy="700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8">
            <a:extLst>
              <a:ext uri="{FF2B5EF4-FFF2-40B4-BE49-F238E27FC236}">
                <a16:creationId xmlns:a16="http://schemas.microsoft.com/office/drawing/2014/main" id="{9582BDB9-10AE-AB68-F778-4126B1576B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4"/>
          <a:srcRect/>
          <a:stretch/>
        </p:blipFill>
        <p:spPr bwMode="auto">
          <a:xfrm>
            <a:off x="11047409" y="156295"/>
            <a:ext cx="977680" cy="34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FBC59D-54E1-FBF5-5D10-EF66BAF91BD8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0178771" y="89306"/>
            <a:ext cx="850585" cy="478727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707" r:id="rId18"/>
    <p:sldLayoutId id="2147483698" r:id="rId19"/>
    <p:sldLayoutId id="2147483762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Baloo 2" panose="020B0604020202020204" charset="0"/>
          <a:ea typeface="Baloo 2" panose="020B0604020202020204" charset="0"/>
          <a:cs typeface="Baloo 2" panose="020B060402020202020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Baloo 2" panose="020B0604020202020204" charset="0"/>
          <a:ea typeface="Baloo 2" panose="020B0604020202020204" charset="0"/>
          <a:cs typeface="Baloo 2" panose="020B060402020202020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/>
          <p:nvPr/>
        </p:nvSpPr>
        <p:spPr>
          <a:xfrm>
            <a:off x="1" y="1"/>
            <a:ext cx="12192000" cy="6543674"/>
          </a:xfrm>
          <a:prstGeom prst="rect">
            <a:avLst/>
          </a:prstGeom>
          <a:solidFill>
            <a:srgbClr val="E4E5E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0" y="6497957"/>
            <a:ext cx="12192000" cy="360045"/>
          </a:xfrm>
          <a:custGeom>
            <a:avLst/>
            <a:gdLst/>
            <a:ahLst/>
            <a:cxnLst/>
            <a:rect l="l" t="t" r="r" b="b"/>
            <a:pathLst>
              <a:path w="12434570" h="360045" extrusionOk="0">
                <a:moveTo>
                  <a:pt x="0" y="359994"/>
                </a:moveTo>
                <a:lnTo>
                  <a:pt x="12434404" y="359994"/>
                </a:lnTo>
                <a:lnTo>
                  <a:pt x="12434404" y="0"/>
                </a:lnTo>
                <a:lnTo>
                  <a:pt x="0" y="0"/>
                </a:lnTo>
                <a:lnTo>
                  <a:pt x="0" y="359994"/>
                </a:lnTo>
                <a:close/>
              </a:path>
            </a:pathLst>
          </a:custGeom>
          <a:solidFill>
            <a:srgbClr val="007FB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7278010" y="6591176"/>
            <a:ext cx="4258671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Quattrocento Sans"/>
              <a:buNone/>
            </a:pPr>
            <a:r>
              <a:rPr lang="en-GB" sz="1100" b="0" i="0" u="none" strike="noStrike" cap="none">
                <a:solidFill>
                  <a:schemeClr val="lt1"/>
                </a:solidFill>
                <a:latin typeface="Calibri" panose="020F0502020204030204" pitchFamily="34" charset="0"/>
                <a:ea typeface="Quattrocento Sans"/>
                <a:cs typeface="Calibri" panose="020F0502020204030204" pitchFamily="34" charset="0"/>
                <a:sym typeface="Quattrocento Sans"/>
              </a:rPr>
              <a:t>Microsoft Technical Communities    |    Code of Conduct</a:t>
            </a:r>
            <a:endParaRPr sz="1400" b="0" i="0" u="none" strike="noStrike" cap="none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6EADE13-A700-48D3-8BB6-EA13AE84D67D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8183270" y="165559"/>
            <a:ext cx="2063279" cy="1233921"/>
          </a:xfrm>
          <a:prstGeom prst="rect">
            <a:avLst/>
          </a:prstGeom>
        </p:spPr>
      </p:pic>
      <p:pic>
        <p:nvPicPr>
          <p:cNvPr id="57" name="Picture 56" descr="A close up of a card&#10;&#10;Description automatically generated">
            <a:extLst>
              <a:ext uri="{FF2B5EF4-FFF2-40B4-BE49-F238E27FC236}">
                <a16:creationId xmlns:a16="http://schemas.microsoft.com/office/drawing/2014/main" id="{7DD2211F-0B69-48B9-85AA-55A8124060AB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1344962" y="171798"/>
            <a:ext cx="573299" cy="62302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CA7E001-2B9F-4257-B920-A7CE0B35ED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l="4258" t="12480" r="4514" b="13071"/>
          <a:stretch/>
        </p:blipFill>
        <p:spPr>
          <a:xfrm>
            <a:off x="10430710" y="153878"/>
            <a:ext cx="804605" cy="657966"/>
          </a:xfrm>
          <a:prstGeom prst="rect">
            <a:avLst/>
          </a:prstGeom>
        </p:spPr>
      </p:pic>
      <p:pic>
        <p:nvPicPr>
          <p:cNvPr id="49" name="Picture 8">
            <a:extLst>
              <a:ext uri="{FF2B5EF4-FFF2-40B4-BE49-F238E27FC236}">
                <a16:creationId xmlns:a16="http://schemas.microsoft.com/office/drawing/2014/main" id="{365C40B4-8213-DB22-6CC5-6DD7E286AD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/>
          <a:srcRect/>
          <a:stretch/>
        </p:blipFill>
        <p:spPr bwMode="auto">
          <a:xfrm>
            <a:off x="10931558" y="910432"/>
            <a:ext cx="645317" cy="341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63885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6EADE13-A700-48D3-8BB6-EA13AE84D67D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8183270" y="165559"/>
            <a:ext cx="2063279" cy="1233921"/>
          </a:xfrm>
          <a:prstGeom prst="rect">
            <a:avLst/>
          </a:prstGeom>
        </p:spPr>
      </p:pic>
      <p:pic>
        <p:nvPicPr>
          <p:cNvPr id="57" name="Picture 56" descr="A close up of a card&#10;&#10;Description automatically generated">
            <a:extLst>
              <a:ext uri="{FF2B5EF4-FFF2-40B4-BE49-F238E27FC236}">
                <a16:creationId xmlns:a16="http://schemas.microsoft.com/office/drawing/2014/main" id="{7DD2211F-0B69-48B9-85AA-55A8124060AB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0541606" y="797789"/>
            <a:ext cx="538240" cy="58492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CA7E001-2B9F-4257-B920-A7CE0B35ED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l="4258" t="12480" r="4514" b="13071"/>
          <a:stretch/>
        </p:blipFill>
        <p:spPr>
          <a:xfrm>
            <a:off x="10508367" y="188188"/>
            <a:ext cx="609610" cy="49850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943472E-4455-B24A-22A0-69AA88CCBCE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9216" y="184296"/>
            <a:ext cx="1231836" cy="1233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99469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  <p:sldLayoutId id="2147483780" r:id="rId17"/>
  </p:sldLayoutIdLst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E54CE-7F43-BE4E-AD45-0BEFE49A879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653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  <p:sldLayoutId id="2147483796" r:id="rId15"/>
    <p:sldLayoutId id="2147483797" r:id="rId16"/>
    <p:sldLayoutId id="2147483798" r:id="rId17"/>
    <p:sldLayoutId id="2147483799" r:id="rId18"/>
    <p:sldLayoutId id="2147483800" r:id="rId19"/>
  </p:sldLayoutIdLst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chris.emerson@cgi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"/>
          <p:cNvSpPr txBox="1"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"/>
              <a:buNone/>
            </a:pPr>
            <a:r>
              <a:rPr lang="en-GB" sz="8800" cap="none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.NET Notts</a:t>
            </a:r>
            <a:endParaRPr dirty="0">
              <a:solidFill>
                <a:schemeClr val="bg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312" name="Google Shape;312;p1"/>
          <p:cNvSpPr txBox="1">
            <a:spLocks noGrp="1"/>
          </p:cNvSpPr>
          <p:nvPr>
            <p:ph type="subTitle" idx="1"/>
          </p:nvPr>
        </p:nvSpPr>
        <p:spPr>
          <a:xfrm>
            <a:off x="1876424" y="3509963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</a:pPr>
            <a:r>
              <a:rPr lang="en-GB" sz="2800" cap="none" dirty="0">
                <a:solidFill>
                  <a:schemeClr val="lt1"/>
                </a:solidFill>
                <a:latin typeface="Baloo 2"/>
                <a:ea typeface="Baloo 2"/>
                <a:cs typeface="Baloo 2"/>
                <a:sym typeface="Baloo 2"/>
              </a:rPr>
              <a:t>Talks from the world of Microsoft and beyond</a:t>
            </a:r>
            <a:endParaRPr dirty="0">
              <a:latin typeface="Baloo 2"/>
              <a:ea typeface="Baloo 2"/>
              <a:cs typeface="Baloo 2"/>
              <a:sym typeface="Baloo 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" descr="A picture containing room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17927" y="2894043"/>
            <a:ext cx="1628483" cy="1322604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"/>
          <p:cNvSpPr/>
          <p:nvPr/>
        </p:nvSpPr>
        <p:spPr>
          <a:xfrm>
            <a:off x="8542219" y="4749821"/>
            <a:ext cx="3299043" cy="1323439"/>
          </a:xfrm>
          <a:prstGeom prst="rect">
            <a:avLst/>
          </a:prstGeom>
          <a:solidFill>
            <a:srgbClr val="05BD9E"/>
          </a:solidFill>
          <a:ln w="12700" cap="flat" cmpd="sng">
            <a:solidFill>
              <a:srgbClr val="0908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Baloo 2" panose="020B0604020202020204" charset="0"/>
                <a:cs typeface="Baloo 2" panose="020B0604020202020204" charset="0"/>
                <a:sym typeface="Arial"/>
              </a:rPr>
              <a:t>For our full Code of Conduct or to report an issue, go to:</a:t>
            </a:r>
            <a:endParaRPr sz="1400" b="0" i="0" u="none" strike="noStrike" cap="none">
              <a:solidFill>
                <a:srgbClr val="000000"/>
              </a:solidFill>
              <a:latin typeface="Baloo 2" panose="020B0604020202020204" charset="0"/>
              <a:cs typeface="Baloo 2" panose="020B060402020202020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Baloo 2" panose="020B0604020202020204" charset="0"/>
                <a:cs typeface="Baloo 2" panose="020B0604020202020204" charset="0"/>
                <a:sym typeface="Arial"/>
              </a:rPr>
              <a:t>bit.ly/dotnetnottscoc</a:t>
            </a:r>
            <a:endParaRPr sz="2000" b="1" i="0" u="none" strike="noStrike" cap="none">
              <a:solidFill>
                <a:srgbClr val="FFFFFF"/>
              </a:solidFill>
              <a:latin typeface="Baloo 2" panose="020B0604020202020204" charset="0"/>
              <a:cs typeface="Baloo 2" panose="020B0604020202020204" charset="0"/>
              <a:sym typeface="Arial"/>
            </a:endParaRPr>
          </a:p>
        </p:txBody>
      </p:sp>
      <p:grpSp>
        <p:nvGrpSpPr>
          <p:cNvPr id="319" name="Google Shape;319;p2"/>
          <p:cNvGrpSpPr/>
          <p:nvPr/>
        </p:nvGrpSpPr>
        <p:grpSpPr>
          <a:xfrm>
            <a:off x="549041" y="1281974"/>
            <a:ext cx="7715663" cy="4704892"/>
            <a:chOff x="198303" y="60077"/>
            <a:chExt cx="7715663" cy="4704892"/>
          </a:xfrm>
        </p:grpSpPr>
        <p:sp>
          <p:nvSpPr>
            <p:cNvPr id="320" name="Google Shape;320;p2"/>
            <p:cNvSpPr/>
            <p:nvPr/>
          </p:nvSpPr>
          <p:spPr>
            <a:xfrm>
              <a:off x="198303" y="60077"/>
              <a:ext cx="1021458" cy="1021458"/>
            </a:xfrm>
            <a:prstGeom prst="ellipse">
              <a:avLst/>
            </a:prstGeom>
            <a:solidFill>
              <a:srgbClr val="05B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412810" y="274583"/>
              <a:ext cx="592446" cy="59244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1438646" y="60077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3" name="Google Shape;323;p2"/>
            <p:cNvSpPr txBox="1"/>
            <p:nvPr/>
          </p:nvSpPr>
          <p:spPr>
            <a:xfrm>
              <a:off x="1438646" y="60077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D4D4C"/>
                </a:buClr>
                <a:buSzPts val="2200"/>
                <a:buFont typeface="Arial"/>
                <a:buNone/>
              </a:pPr>
              <a:r>
                <a:rPr lang="en-GB" sz="2200" b="0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Be aware of others</a:t>
              </a:r>
              <a:endParaRPr sz="2200" b="0" i="0" u="none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4265899" y="60077"/>
              <a:ext cx="1021458" cy="1021458"/>
            </a:xfrm>
            <a:prstGeom prst="ellipse">
              <a:avLst/>
            </a:prstGeom>
            <a:solidFill>
              <a:srgbClr val="05B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4480405" y="274583"/>
              <a:ext cx="592446" cy="59244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5506242" y="60077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7" name="Google Shape;327;p2"/>
            <p:cNvSpPr txBox="1"/>
            <p:nvPr/>
          </p:nvSpPr>
          <p:spPr>
            <a:xfrm>
              <a:off x="5506242" y="60077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D4D4C"/>
                </a:buClr>
                <a:buSzPts val="2200"/>
                <a:buFont typeface="Arial"/>
                <a:buNone/>
              </a:pPr>
              <a:r>
                <a:rPr lang="en-GB" sz="2200" b="0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Be friendly and patient </a:t>
              </a:r>
              <a:endParaRPr sz="2200" b="0" i="0" u="none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198303" y="1901794"/>
              <a:ext cx="1021458" cy="1021458"/>
            </a:xfrm>
            <a:prstGeom prst="ellipse">
              <a:avLst/>
            </a:prstGeom>
            <a:solidFill>
              <a:srgbClr val="05B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412810" y="2116300"/>
              <a:ext cx="592446" cy="592446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1438646" y="1901794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1" name="Google Shape;331;p2"/>
            <p:cNvSpPr txBox="1"/>
            <p:nvPr/>
          </p:nvSpPr>
          <p:spPr>
            <a:xfrm>
              <a:off x="1438646" y="1901794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D4D4C"/>
                </a:buClr>
                <a:buSzPts val="2200"/>
                <a:buFont typeface="Arial"/>
                <a:buNone/>
              </a:pPr>
              <a:r>
                <a:rPr lang="en-GB" sz="2200" b="0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Be welcoming and respectful </a:t>
              </a:r>
              <a:endParaRPr sz="2200" b="0" i="0" u="none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4265899" y="1901794"/>
              <a:ext cx="1021458" cy="1021458"/>
            </a:xfrm>
            <a:prstGeom prst="ellipse">
              <a:avLst/>
            </a:prstGeom>
            <a:solidFill>
              <a:srgbClr val="05B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4480405" y="2116300"/>
              <a:ext cx="592446" cy="592446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5506242" y="1901794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5" name="Google Shape;335;p2"/>
            <p:cNvSpPr txBox="1"/>
            <p:nvPr/>
          </p:nvSpPr>
          <p:spPr>
            <a:xfrm>
              <a:off x="5506242" y="1901794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D4D4C"/>
                </a:buClr>
                <a:buSzPts val="2200"/>
                <a:buFont typeface="Arial"/>
                <a:buNone/>
              </a:pPr>
              <a:r>
                <a:rPr lang="en-GB" sz="2200" b="0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Be open to all questions and viewpoints</a:t>
              </a:r>
              <a:endParaRPr sz="2200" b="0" i="0" u="none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198303" y="3743511"/>
              <a:ext cx="1021458" cy="1021458"/>
            </a:xfrm>
            <a:prstGeom prst="ellipse">
              <a:avLst/>
            </a:prstGeom>
            <a:solidFill>
              <a:srgbClr val="05B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412810" y="3958018"/>
              <a:ext cx="592446" cy="592446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1438646" y="3743511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9" name="Google Shape;339;p2"/>
            <p:cNvSpPr txBox="1"/>
            <p:nvPr/>
          </p:nvSpPr>
          <p:spPr>
            <a:xfrm>
              <a:off x="1438646" y="3743511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D4D4C"/>
                </a:buClr>
                <a:buSzPts val="2200"/>
                <a:buFont typeface="Arial"/>
                <a:buNone/>
              </a:pPr>
              <a:r>
                <a:rPr lang="en-GB" sz="2200" b="0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Be understanding of differences</a:t>
              </a:r>
              <a:endParaRPr sz="2200" b="0" i="0" u="none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4265899" y="3743511"/>
              <a:ext cx="1021458" cy="1021458"/>
            </a:xfrm>
            <a:prstGeom prst="ellipse">
              <a:avLst/>
            </a:prstGeom>
            <a:solidFill>
              <a:srgbClr val="05B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4480405" y="3958018"/>
              <a:ext cx="592446" cy="592446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5506242" y="3743511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43" name="Google Shape;343;p2"/>
            <p:cNvSpPr txBox="1"/>
            <p:nvPr/>
          </p:nvSpPr>
          <p:spPr>
            <a:xfrm>
              <a:off x="5506242" y="3743511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D4D4C"/>
                </a:buClr>
                <a:buSzPts val="2200"/>
                <a:buFont typeface="Arial"/>
                <a:buNone/>
              </a:pPr>
              <a:r>
                <a:rPr lang="en-GB" sz="2200" b="0" i="0" u="sng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Be kind</a:t>
              </a:r>
              <a:r>
                <a:rPr lang="en-GB" sz="2200" b="1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 </a:t>
              </a:r>
              <a:r>
                <a:rPr lang="en-GB" sz="2200" b="0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and considerate to others</a:t>
              </a:r>
              <a:endParaRPr sz="2200" b="0" i="0" u="none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</p:grpSp>
      <p:sp>
        <p:nvSpPr>
          <p:cNvPr id="344" name="Google Shape;344;p2"/>
          <p:cNvSpPr txBox="1"/>
          <p:nvPr/>
        </p:nvSpPr>
        <p:spPr>
          <a:xfrm>
            <a:off x="459130" y="298485"/>
            <a:ext cx="1115906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200"/>
              <a:buFont typeface="Arial"/>
              <a:buNone/>
            </a:pPr>
            <a:r>
              <a:rPr lang="en-GB" sz="3200" b="0" i="0" u="sng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rPr>
              <a:t>In our event today we ask everyone to:</a:t>
            </a:r>
            <a:endParaRPr sz="1400" b="0" i="0" u="none" strike="noStrike" cap="none">
              <a:solidFill>
                <a:srgbClr val="000000"/>
              </a:solidFill>
              <a:latin typeface="Baloo 2" panose="020B0604020202020204" charset="0"/>
              <a:cs typeface="Baloo 2" panose="020B0604020202020204" charset="0"/>
              <a:sym typeface="Arial"/>
            </a:endParaRPr>
          </a:p>
        </p:txBody>
      </p:sp>
      <p:pic>
        <p:nvPicPr>
          <p:cNvPr id="345" name="Google Shape;345;p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30037" y="2770517"/>
            <a:ext cx="1347292" cy="1569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" descr="A picture containing ball, room, table, person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21439" y="1154673"/>
            <a:ext cx="1621454" cy="1610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730037" y="1305966"/>
            <a:ext cx="1487888" cy="146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" descr="See the source image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819626" y="267089"/>
            <a:ext cx="1589490" cy="642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" descr="A close up of a sign&#10;&#10;Description automatically generated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770061" y="0"/>
            <a:ext cx="1244988" cy="1244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"/>
          <p:cNvSpPr txBox="1">
            <a:spLocks noGrp="1"/>
          </p:cNvSpPr>
          <p:nvPr>
            <p:ph type="title"/>
          </p:nvPr>
        </p:nvSpPr>
        <p:spPr>
          <a:xfrm>
            <a:off x="1356158" y="12783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</a:pPr>
            <a:r>
              <a:rPr lang="en-GB" sz="4800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THANKS TO </a:t>
            </a:r>
            <a:br>
              <a:rPr lang="en-GB" sz="4800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</a:br>
            <a:r>
              <a:rPr lang="en-GB" sz="4800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OUR SPONSORS!</a:t>
            </a:r>
            <a:endParaRPr dirty="0">
              <a:solidFill>
                <a:schemeClr val="bg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pic>
        <p:nvPicPr>
          <p:cNvPr id="356" name="Google Shape;356;p3"/>
          <p:cNvPicPr preferRelativeResize="0"/>
          <p:nvPr/>
        </p:nvPicPr>
        <p:blipFill rotWithShape="1">
          <a:blip r:embed="rId3">
            <a:alphaModFix/>
          </a:blip>
          <a:srcRect l="-627" t="3633" r="627" b="3634"/>
          <a:stretch/>
        </p:blipFill>
        <p:spPr>
          <a:xfrm>
            <a:off x="4908299" y="4217149"/>
            <a:ext cx="2375401" cy="1888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1972A709-DE3B-E609-C424-93B189A9C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6756810" y="2017585"/>
            <a:ext cx="4445148" cy="1567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EB0030-C90D-7FB7-096A-92D383F5A6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855" y="1289160"/>
            <a:ext cx="5173630" cy="2911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>
          <a:extLst>
            <a:ext uri="{FF2B5EF4-FFF2-40B4-BE49-F238E27FC236}">
              <a16:creationId xmlns:a16="http://schemas.microsoft.com/office/drawing/2014/main" id="{43C1A3D2-FA96-CE79-031E-8D07EEF57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">
            <a:extLst>
              <a:ext uri="{FF2B5EF4-FFF2-40B4-BE49-F238E27FC236}">
                <a16:creationId xmlns:a16="http://schemas.microsoft.com/office/drawing/2014/main" id="{654062ED-181D-A581-F060-E8562CFEA6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362" y="-56889"/>
            <a:ext cx="6768665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</a:pPr>
            <a:r>
              <a:rPr lang="en-GB" sz="4800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Connecting to the </a:t>
            </a:r>
            <a:r>
              <a:rPr lang="en-GB" sz="4800" dirty="0" err="1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WiFi</a:t>
            </a:r>
            <a:endParaRPr dirty="0">
              <a:solidFill>
                <a:schemeClr val="bg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FFB630-70DE-550C-AD91-C6B1DAA9A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286" y="1597157"/>
            <a:ext cx="3500944" cy="1970403"/>
          </a:xfrm>
          <a:prstGeom prst="rect">
            <a:avLst/>
          </a:prstGeom>
        </p:spPr>
      </p:pic>
      <p:sp>
        <p:nvSpPr>
          <p:cNvPr id="4" name="Google Shape;354;p3">
            <a:extLst>
              <a:ext uri="{FF2B5EF4-FFF2-40B4-BE49-F238E27FC236}">
                <a16:creationId xmlns:a16="http://schemas.microsoft.com/office/drawing/2014/main" id="{01726AFC-9402-6BA9-FB9D-22E3CC4A867C}"/>
              </a:ext>
            </a:extLst>
          </p:cNvPr>
          <p:cNvSpPr txBox="1">
            <a:spLocks/>
          </p:cNvSpPr>
          <p:nvPr/>
        </p:nvSpPr>
        <p:spPr>
          <a:xfrm>
            <a:off x="314036" y="3567560"/>
            <a:ext cx="11563928" cy="237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  <a:defRPr sz="3600" b="0" i="0" u="none" strike="noStrike" cap="none">
                <a:solidFill>
                  <a:schemeClr val="lt1"/>
                </a:solidFill>
                <a:latin typeface="Baloo 2" panose="020B0604020202020204" charset="0"/>
                <a:ea typeface="Twentieth Century"/>
                <a:cs typeface="Baloo 2" panose="020B0604020202020204" charset="0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4800"/>
            </a:pPr>
            <a:r>
              <a:rPr lang="en-GB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1. Connect to GWNET (NOT EWNET!)</a:t>
            </a:r>
          </a:p>
          <a:p>
            <a:pPr algn="ctr">
              <a:buSzPts val="4800"/>
            </a:pPr>
            <a:r>
              <a:rPr lang="en-GB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2. Enter your Name and Email Address and Click Next</a:t>
            </a:r>
          </a:p>
          <a:p>
            <a:pPr algn="ctr">
              <a:buSzPts val="4800"/>
            </a:pPr>
            <a:r>
              <a:rPr lang="en-GB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3. Enter </a:t>
            </a:r>
            <a:r>
              <a:rPr lang="en-GB" dirty="0">
                <a:hlinkClick r:id="rId4"/>
              </a:rPr>
              <a:t>chris.emerson@cgi.com</a:t>
            </a:r>
            <a:r>
              <a:rPr lang="en-GB" dirty="0"/>
              <a:t> as the sponsor email</a:t>
            </a:r>
            <a:endParaRPr lang="en-GB" dirty="0">
              <a:solidFill>
                <a:schemeClr val="bg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</p:spTree>
    <p:extLst>
      <p:ext uri="{BB962C8B-B14F-4D97-AF65-F5344CB8AC3E}">
        <p14:creationId xmlns:p14="http://schemas.microsoft.com/office/powerpoint/2010/main" val="3789466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7"/>
          <p:cNvSpPr txBox="1"/>
          <p:nvPr/>
        </p:nvSpPr>
        <p:spPr>
          <a:xfrm>
            <a:off x="-42672" y="4747825"/>
            <a:ext cx="122346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GB" sz="5400" b="0" i="0" u="none" strike="noStrike" cap="none">
                <a:solidFill>
                  <a:schemeClr val="lt1"/>
                </a:solidFill>
                <a:latin typeface="Baloo 2"/>
                <a:ea typeface="Baloo 2"/>
                <a:cs typeface="Baloo 2"/>
                <a:sym typeface="Baloo 2"/>
              </a:rPr>
              <a:t>Have you thought about becoming a Microsoft MVP?</a:t>
            </a:r>
            <a:endParaRPr sz="1400" b="0" i="0" u="none" strike="noStrike" cap="none">
              <a:solidFill>
                <a:srgbClr val="000000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pic>
        <p:nvPicPr>
          <p:cNvPr id="392" name="Google Shape;39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98026" y="1574770"/>
            <a:ext cx="7153275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F7394-8D0D-1CDE-DB77-15A72D794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0D1BD90-AAAD-760E-9D45-A1D9764D22B9}"/>
              </a:ext>
            </a:extLst>
          </p:cNvPr>
          <p:cNvSpPr txBox="1">
            <a:spLocks/>
          </p:cNvSpPr>
          <p:nvPr/>
        </p:nvSpPr>
        <p:spPr>
          <a:xfrm>
            <a:off x="492186" y="1182795"/>
            <a:ext cx="8057978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CA7B0E4-FD61-625A-DED7-C1392337C293}"/>
              </a:ext>
            </a:extLst>
          </p:cNvPr>
          <p:cNvSpPr txBox="1">
            <a:spLocks/>
          </p:cNvSpPr>
          <p:nvPr/>
        </p:nvSpPr>
        <p:spPr>
          <a:xfrm>
            <a:off x="4247147" y="2264889"/>
            <a:ext cx="7543800" cy="34103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{{</a:t>
            </a:r>
            <a:r>
              <a:rPr lang="en-GB" sz="6600" dirty="0" err="1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SpeakerName</a:t>
            </a: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}}</a:t>
            </a:r>
            <a:endParaRPr kumimoji="0" lang="en-GB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52400" dist="38100" dir="2700000" algn="tl">
                  <a:srgbClr val="000000">
                    <a:alpha val="36000"/>
                  </a:srgbClr>
                </a:outerShdw>
              </a:effectLst>
              <a:uLnTx/>
              <a:uFillTx/>
              <a:latin typeface="Baloo 2" panose="020B0604020202020204" charset="0"/>
              <a:ea typeface="+mn-ea"/>
              <a:cs typeface="Baloo 2" panose="020B0604020202020204" charset="0"/>
              <a:sym typeface="Arial"/>
            </a:endParaRPr>
          </a:p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</a:t>
            </a:r>
            <a:r>
              <a:rPr kumimoji="0" lang="en-GB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TalkTitle</a:t>
            </a: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}}</a:t>
            </a:r>
          </a:p>
        </p:txBody>
      </p:sp>
      <p:pic>
        <p:nvPicPr>
          <p:cNvPr id="6" name="Picture 5" descr="{{Speaker1Photo}}">
            <a:extLst>
              <a:ext uri="{FF2B5EF4-FFF2-40B4-BE49-F238E27FC236}">
                <a16:creationId xmlns:a16="http://schemas.microsoft.com/office/drawing/2014/main" id="{5B5C545F-EFD9-E945-2CF6-4C2C50EA61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3" r="1713"/>
          <a:stretch/>
        </p:blipFill>
        <p:spPr>
          <a:xfrm>
            <a:off x="492186" y="2264889"/>
            <a:ext cx="3410316" cy="341031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F9DAC3A-B492-0D34-383E-BB0E93B6AF53}"/>
              </a:ext>
            </a:extLst>
          </p:cNvPr>
          <p:cNvSpPr txBox="1">
            <a:spLocks/>
          </p:cNvSpPr>
          <p:nvPr/>
        </p:nvSpPr>
        <p:spPr>
          <a:xfrm>
            <a:off x="492186" y="207884"/>
            <a:ext cx="8350062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TONIGHT!</a:t>
            </a:r>
            <a:endParaRPr kumimoji="0" lang="en-US" sz="24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950BE8D-A9C4-D3E7-C5F1-36A2C147B19A}"/>
              </a:ext>
            </a:extLst>
          </p:cNvPr>
          <p:cNvSpPr txBox="1">
            <a:spLocks/>
          </p:cNvSpPr>
          <p:nvPr/>
        </p:nvSpPr>
        <p:spPr>
          <a:xfrm>
            <a:off x="0" y="6135009"/>
            <a:ext cx="12192000" cy="8178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ShortUrl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3821071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 xmlns:a16="http://schemas.microsoft.com/office/drawing/2014/main">
      <p:transition spd="slow" advTm="10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FBD7A-9AD6-EE45-B154-F569639B5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1F90768-ED44-C530-351A-E8942FE34714}"/>
              </a:ext>
            </a:extLst>
          </p:cNvPr>
          <p:cNvSpPr txBox="1">
            <a:spLocks/>
          </p:cNvSpPr>
          <p:nvPr/>
        </p:nvSpPr>
        <p:spPr>
          <a:xfrm>
            <a:off x="492186" y="1182795"/>
            <a:ext cx="8057978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1642209-8B5A-5992-6F2D-7DBACE5933DB}"/>
              </a:ext>
            </a:extLst>
          </p:cNvPr>
          <p:cNvSpPr txBox="1">
            <a:spLocks/>
          </p:cNvSpPr>
          <p:nvPr/>
        </p:nvSpPr>
        <p:spPr>
          <a:xfrm>
            <a:off x="2812678" y="2393085"/>
            <a:ext cx="5128166" cy="182234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{{Speaker1Name}}</a:t>
            </a: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{{Talk1Title}}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EBA1EFA-62DF-94BB-DC06-5ACBBF99197C}"/>
              </a:ext>
            </a:extLst>
          </p:cNvPr>
          <p:cNvSpPr txBox="1">
            <a:spLocks/>
          </p:cNvSpPr>
          <p:nvPr/>
        </p:nvSpPr>
        <p:spPr>
          <a:xfrm>
            <a:off x="3328679" y="4358391"/>
            <a:ext cx="5903132" cy="1382431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{{Speaker2Name}}</a:t>
            </a:r>
            <a:endParaRPr kumimoji="0" lang="en-GB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52400" dist="38100" dir="2700000" algn="tl">
                  <a:srgbClr val="000000">
                    <a:alpha val="36000"/>
                  </a:srgbClr>
                </a:outerShdw>
              </a:effectLst>
              <a:uLnTx/>
              <a:uFillTx/>
              <a:latin typeface="Baloo 2" panose="020B0604020202020204" charset="0"/>
              <a:ea typeface="+mn-ea"/>
              <a:cs typeface="Baloo 2" panose="020B0604020202020204" charset="0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{{Talk2Title}}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D75E2C6-292E-1FFD-9FFA-4056CD5C9203}"/>
              </a:ext>
            </a:extLst>
          </p:cNvPr>
          <p:cNvSpPr txBox="1">
            <a:spLocks/>
          </p:cNvSpPr>
          <p:nvPr/>
        </p:nvSpPr>
        <p:spPr>
          <a:xfrm>
            <a:off x="492186" y="207884"/>
            <a:ext cx="8350062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TONIGHT!</a:t>
            </a:r>
            <a:endParaRPr kumimoji="0" lang="en-US" sz="24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7558006-5010-D544-5AFD-C80FBB1F50B5}"/>
              </a:ext>
            </a:extLst>
          </p:cNvPr>
          <p:cNvSpPr txBox="1">
            <a:spLocks/>
          </p:cNvSpPr>
          <p:nvPr/>
        </p:nvSpPr>
        <p:spPr>
          <a:xfrm>
            <a:off x="475247" y="1138247"/>
            <a:ext cx="7543800" cy="1091308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{{</a:t>
            </a:r>
            <a:r>
              <a:rPr lang="en-GB" sz="6600" dirty="0" err="1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EventSubtitle</a:t>
            </a: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}}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52400" dist="38100" dir="2700000" algn="tl">
                  <a:srgbClr val="000000">
                    <a:alpha val="36000"/>
                  </a:srgbClr>
                </a:outerShdw>
              </a:effectLst>
              <a:uLnTx/>
              <a:uFillTx/>
              <a:latin typeface="Baloo 2" panose="020B0604020202020204" charset="0"/>
              <a:ea typeface="+mn-ea"/>
              <a:cs typeface="Baloo 2" panose="020B0604020202020204" charset="0"/>
              <a:sym typeface="Arial"/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80ADCFA9-491D-03B1-E04C-A2B17C79178F}"/>
              </a:ext>
            </a:extLst>
          </p:cNvPr>
          <p:cNvSpPr txBox="1">
            <a:spLocks/>
          </p:cNvSpPr>
          <p:nvPr/>
        </p:nvSpPr>
        <p:spPr>
          <a:xfrm>
            <a:off x="0" y="6135009"/>
            <a:ext cx="12192000" cy="8178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ShortUrl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}}</a:t>
            </a:r>
          </a:p>
        </p:txBody>
      </p:sp>
      <p:pic>
        <p:nvPicPr>
          <p:cNvPr id="5" name="Picture 4" descr="{{Speaker1Photo}}">
            <a:extLst>
              <a:ext uri="{FF2B5EF4-FFF2-40B4-BE49-F238E27FC236}">
                <a16:creationId xmlns:a16="http://schemas.microsoft.com/office/drawing/2014/main" id="{B279C15A-4445-6ADE-940F-A2C6445C80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3" r="1713"/>
          <a:stretch/>
        </p:blipFill>
        <p:spPr>
          <a:xfrm>
            <a:off x="475247" y="2517826"/>
            <a:ext cx="1822347" cy="182234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9" name="Picture 8" descr="{{Speaker2Photo}}">
            <a:extLst>
              <a:ext uri="{FF2B5EF4-FFF2-40B4-BE49-F238E27FC236}">
                <a16:creationId xmlns:a16="http://schemas.microsoft.com/office/drawing/2014/main" id="{74E7C9CE-24D3-F8C4-4C34-E27A7D48CE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3" r="1713"/>
          <a:stretch/>
        </p:blipFill>
        <p:spPr>
          <a:xfrm>
            <a:off x="10087842" y="4138432"/>
            <a:ext cx="1822347" cy="182234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682967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384A2148-21AE-48E0-9808-F694DC601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2161309"/>
            <a:ext cx="9905955" cy="3429000"/>
          </a:xfrm>
        </p:spPr>
        <p:txBody>
          <a:bodyPr>
            <a:normAutofit/>
          </a:bodyPr>
          <a:lstStyle/>
          <a:p>
            <a:r>
              <a:rPr lang="en-GB" sz="7200" dirty="0">
                <a:latin typeface="Pacifico" panose="02000000000000000000" pitchFamily="2" charset="0"/>
              </a:rPr>
              <a:t>Upcoming </a:t>
            </a:r>
            <a:br>
              <a:rPr lang="en-GB" sz="7200" dirty="0">
                <a:latin typeface="Pacifico" panose="02000000000000000000" pitchFamily="2" charset="0"/>
              </a:rPr>
            </a:br>
            <a:r>
              <a:rPr lang="en-GB" sz="7200" dirty="0">
                <a:latin typeface="Pacifico" panose="02000000000000000000" pitchFamily="2" charset="0"/>
              </a:rPr>
              <a:t>meetups</a:t>
            </a:r>
          </a:p>
        </p:txBody>
      </p:sp>
    </p:spTree>
    <p:extLst>
      <p:ext uri="{BB962C8B-B14F-4D97-AF65-F5344CB8AC3E}">
        <p14:creationId xmlns:p14="http://schemas.microsoft.com/office/powerpoint/2010/main" val="3652510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5EAC3-265E-E80D-B80E-F68382D7B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F644FDD-94EB-12BE-580D-E6C93A172733}"/>
              </a:ext>
            </a:extLst>
          </p:cNvPr>
          <p:cNvSpPr txBox="1">
            <a:spLocks/>
          </p:cNvSpPr>
          <p:nvPr/>
        </p:nvSpPr>
        <p:spPr>
          <a:xfrm>
            <a:off x="492186" y="1182795"/>
            <a:ext cx="8057978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98D1E770-49D1-8BCD-C44B-81F82683DFB8}"/>
              </a:ext>
            </a:extLst>
          </p:cNvPr>
          <p:cNvSpPr txBox="1">
            <a:spLocks/>
          </p:cNvSpPr>
          <p:nvPr/>
        </p:nvSpPr>
        <p:spPr>
          <a:xfrm>
            <a:off x="0" y="6135009"/>
            <a:ext cx="12192000" cy="8178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ShortUrl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}}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0362757-C7A4-4AB1-DA6C-B564C4CD8DF2}"/>
              </a:ext>
            </a:extLst>
          </p:cNvPr>
          <p:cNvSpPr txBox="1">
            <a:spLocks/>
          </p:cNvSpPr>
          <p:nvPr/>
        </p:nvSpPr>
        <p:spPr>
          <a:xfrm>
            <a:off x="492186" y="207883"/>
            <a:ext cx="8350062" cy="5988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{{</a:t>
            </a:r>
            <a:r>
              <a:rPr kumimoji="0" lang="en-US" sz="5400" b="1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EventDate</a:t>
            </a:r>
            <a:r>
              <a:rPr kumimoji="0" lang="en-US" sz="54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}}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0F9796E-10E7-FF7E-B879-3D9F84E4C992}"/>
              </a:ext>
            </a:extLst>
          </p:cNvPr>
          <p:cNvSpPr txBox="1">
            <a:spLocks/>
          </p:cNvSpPr>
          <p:nvPr/>
        </p:nvSpPr>
        <p:spPr>
          <a:xfrm>
            <a:off x="475247" y="1138247"/>
            <a:ext cx="7543800" cy="1091308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{{</a:t>
            </a:r>
            <a:r>
              <a:rPr lang="en-GB" sz="6600" dirty="0" err="1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EventSubtitle</a:t>
            </a: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}}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52400" dist="38100" dir="2700000" algn="tl">
                  <a:srgbClr val="000000">
                    <a:alpha val="36000"/>
                  </a:srgbClr>
                </a:outerShdw>
              </a:effectLst>
              <a:uLnTx/>
              <a:uFillTx/>
              <a:latin typeface="Baloo 2" panose="020B0604020202020204" charset="0"/>
              <a:ea typeface="+mn-ea"/>
              <a:cs typeface="Baloo 2" panose="020B0604020202020204" charset="0"/>
              <a:sym typeface="Arial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E18BE99-7279-3F39-B608-407C3D5523C7}"/>
              </a:ext>
            </a:extLst>
          </p:cNvPr>
          <p:cNvSpPr txBox="1">
            <a:spLocks/>
          </p:cNvSpPr>
          <p:nvPr/>
        </p:nvSpPr>
        <p:spPr>
          <a:xfrm>
            <a:off x="492186" y="764405"/>
            <a:ext cx="8350062" cy="59881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{{</a:t>
            </a:r>
            <a:r>
              <a:rPr kumimoji="0" lang="en-US" sz="4200" b="1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EventTime</a:t>
            </a:r>
            <a:r>
              <a:rPr kumimoji="0" lang="en-US" sz="46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}} {{Venue}}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5830996E-0A25-434B-FB07-A688827EA86C}"/>
              </a:ext>
            </a:extLst>
          </p:cNvPr>
          <p:cNvSpPr txBox="1">
            <a:spLocks/>
          </p:cNvSpPr>
          <p:nvPr/>
        </p:nvSpPr>
        <p:spPr>
          <a:xfrm>
            <a:off x="4247147" y="2264889"/>
            <a:ext cx="7543800" cy="34103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{{</a:t>
            </a:r>
            <a:r>
              <a:rPr lang="en-GB" sz="6600" dirty="0" err="1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SpeakerName</a:t>
            </a: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}}</a:t>
            </a:r>
            <a:endParaRPr kumimoji="0" lang="en-GB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52400" dist="38100" dir="2700000" algn="tl">
                  <a:srgbClr val="000000">
                    <a:alpha val="36000"/>
                  </a:srgbClr>
                </a:outerShdw>
              </a:effectLst>
              <a:uLnTx/>
              <a:uFillTx/>
              <a:latin typeface="Baloo 2" panose="020B0604020202020204" charset="0"/>
              <a:ea typeface="+mn-ea"/>
              <a:cs typeface="Baloo 2" panose="020B0604020202020204" charset="0"/>
              <a:sym typeface="Arial"/>
            </a:endParaRPr>
          </a:p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</a:t>
            </a:r>
            <a:r>
              <a:rPr kumimoji="0" lang="en-GB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TalkTitle</a:t>
            </a: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}}</a:t>
            </a:r>
          </a:p>
        </p:txBody>
      </p:sp>
      <p:pic>
        <p:nvPicPr>
          <p:cNvPr id="19" name="Picture 18" descr="{{Speaker1Photo}}">
            <a:extLst>
              <a:ext uri="{FF2B5EF4-FFF2-40B4-BE49-F238E27FC236}">
                <a16:creationId xmlns:a16="http://schemas.microsoft.com/office/drawing/2014/main" id="{EF7E82A8-8BE5-8425-3BFA-CB3BCF3E8F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3" r="1713"/>
          <a:stretch/>
        </p:blipFill>
        <p:spPr>
          <a:xfrm>
            <a:off x="492186" y="2264889"/>
            <a:ext cx="3410316" cy="341031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893556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19542ED-04E8-B682-7FF1-172CFFA15F1A}"/>
              </a:ext>
            </a:extLst>
          </p:cNvPr>
          <p:cNvSpPr txBox="1">
            <a:spLocks/>
          </p:cNvSpPr>
          <p:nvPr/>
        </p:nvSpPr>
        <p:spPr>
          <a:xfrm>
            <a:off x="492186" y="1182795"/>
            <a:ext cx="8057978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09765E-4637-5EAB-9E79-CE9C327E1DDF}"/>
              </a:ext>
            </a:extLst>
          </p:cNvPr>
          <p:cNvSpPr txBox="1">
            <a:spLocks/>
          </p:cNvSpPr>
          <p:nvPr/>
        </p:nvSpPr>
        <p:spPr>
          <a:xfrm>
            <a:off x="492186" y="207883"/>
            <a:ext cx="8350062" cy="5988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{{</a:t>
            </a:r>
            <a:r>
              <a:rPr kumimoji="0" lang="en-US" sz="5400" b="1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EventDate</a:t>
            </a:r>
            <a:r>
              <a:rPr kumimoji="0" lang="en-US" sz="54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}}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D6230C8-28F6-A39E-7BF1-2DC7C61C5FD1}"/>
              </a:ext>
            </a:extLst>
          </p:cNvPr>
          <p:cNvSpPr txBox="1">
            <a:spLocks/>
          </p:cNvSpPr>
          <p:nvPr/>
        </p:nvSpPr>
        <p:spPr>
          <a:xfrm>
            <a:off x="2812678" y="2393085"/>
            <a:ext cx="5128166" cy="182234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{{Speaker1Name}}</a:t>
            </a: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{{Talk1Title}}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6B6ABA77-23CB-A4EE-527B-EA18D04575F5}"/>
              </a:ext>
            </a:extLst>
          </p:cNvPr>
          <p:cNvSpPr txBox="1">
            <a:spLocks/>
          </p:cNvSpPr>
          <p:nvPr/>
        </p:nvSpPr>
        <p:spPr>
          <a:xfrm>
            <a:off x="0" y="6135009"/>
            <a:ext cx="12192000" cy="8178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ShortUrl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}}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5EECEEC-60E9-2AC7-8CE0-4C7452FBF397}"/>
              </a:ext>
            </a:extLst>
          </p:cNvPr>
          <p:cNvSpPr txBox="1">
            <a:spLocks/>
          </p:cNvSpPr>
          <p:nvPr/>
        </p:nvSpPr>
        <p:spPr>
          <a:xfrm>
            <a:off x="3328679" y="4358391"/>
            <a:ext cx="5903132" cy="1382431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{{Speaker2Name}}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{{Talk2Title}}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96F53D8-FAE2-FBCD-5944-59A8D0198EC0}"/>
              </a:ext>
            </a:extLst>
          </p:cNvPr>
          <p:cNvSpPr txBox="1">
            <a:spLocks/>
          </p:cNvSpPr>
          <p:nvPr/>
        </p:nvSpPr>
        <p:spPr>
          <a:xfrm>
            <a:off x="475247" y="1138247"/>
            <a:ext cx="7543800" cy="1091308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{{</a:t>
            </a:r>
            <a:r>
              <a:rPr lang="en-GB" sz="6600" dirty="0" err="1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EventSubtitle</a:t>
            </a: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}}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52400" dist="38100" dir="2700000" algn="tl">
                  <a:srgbClr val="000000">
                    <a:alpha val="36000"/>
                  </a:srgbClr>
                </a:outerShdw>
              </a:effectLst>
              <a:uLnTx/>
              <a:uFillTx/>
              <a:latin typeface="Baloo 2" panose="020B0604020202020204" charset="0"/>
              <a:ea typeface="+mn-ea"/>
              <a:cs typeface="Baloo 2" panose="020B0604020202020204" charset="0"/>
              <a:sym typeface="Arial"/>
            </a:endParaRP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C2172C06-29EF-2AC3-0DA2-251928D232EF}"/>
              </a:ext>
            </a:extLst>
          </p:cNvPr>
          <p:cNvSpPr txBox="1">
            <a:spLocks/>
          </p:cNvSpPr>
          <p:nvPr/>
        </p:nvSpPr>
        <p:spPr>
          <a:xfrm>
            <a:off x="492186" y="764405"/>
            <a:ext cx="8350062" cy="59881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{{</a:t>
            </a:r>
            <a:r>
              <a:rPr kumimoji="0" lang="en-US" sz="4200" b="1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EventTime</a:t>
            </a:r>
            <a:r>
              <a:rPr kumimoji="0" lang="en-US" sz="46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}} {{Venue}}</a:t>
            </a:r>
          </a:p>
        </p:txBody>
      </p:sp>
      <p:pic>
        <p:nvPicPr>
          <p:cNvPr id="4" name="Picture 3" descr="{{Speaker1Photo}}">
            <a:extLst>
              <a:ext uri="{FF2B5EF4-FFF2-40B4-BE49-F238E27FC236}">
                <a16:creationId xmlns:a16="http://schemas.microsoft.com/office/drawing/2014/main" id="{DA5AE237-579D-B642-A9AD-64F97D57F9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3" r="1713"/>
          <a:stretch/>
        </p:blipFill>
        <p:spPr>
          <a:xfrm>
            <a:off x="475247" y="2517826"/>
            <a:ext cx="1822347" cy="182234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Picture 5" descr="{{Speaker2Photo}}">
            <a:extLst>
              <a:ext uri="{FF2B5EF4-FFF2-40B4-BE49-F238E27FC236}">
                <a16:creationId xmlns:a16="http://schemas.microsoft.com/office/drawing/2014/main" id="{2351920F-4E16-6B2B-1362-AF62AD17A7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3" r="1713"/>
          <a:stretch/>
        </p:blipFill>
        <p:spPr>
          <a:xfrm>
            <a:off x="10087842" y="4138432"/>
            <a:ext cx="1822347" cy="182234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48843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9C948FC-A597-0020-22D7-CB1FD0A95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1FB84-0605-5D10-8984-FDFF8B224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369" y="0"/>
            <a:ext cx="9905998" cy="1478570"/>
          </a:xfrm>
        </p:spPr>
        <p:txBody>
          <a:bodyPr>
            <a:normAutofit/>
          </a:bodyPr>
          <a:lstStyle/>
          <a:p>
            <a:r>
              <a:rPr lang="en-US" sz="4000" dirty="0"/>
              <a:t>Thursday July 10</a:t>
            </a:r>
            <a:r>
              <a:rPr lang="en-US" sz="4000" baseline="30000" dirty="0"/>
              <a:t>th</a:t>
            </a:r>
            <a:r>
              <a:rPr lang="en-US" sz="4000" dirty="0"/>
              <a:t> 2025</a:t>
            </a:r>
            <a:br>
              <a:rPr lang="en-US" sz="4000" dirty="0"/>
            </a:br>
            <a:r>
              <a:rPr lang="en-US" sz="4000" dirty="0"/>
              <a:t>from 18:30BST On Zoom</a:t>
            </a:r>
            <a:endParaRPr lang="en-GB" sz="4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047BEC-DB91-3A73-7479-C5E48AFD6923}"/>
              </a:ext>
            </a:extLst>
          </p:cNvPr>
          <p:cNvSpPr txBox="1">
            <a:spLocks/>
          </p:cNvSpPr>
          <p:nvPr/>
        </p:nvSpPr>
        <p:spPr>
          <a:xfrm>
            <a:off x="3065142" y="2584984"/>
            <a:ext cx="4664497" cy="1478570"/>
          </a:xfrm>
          <a:prstGeom prst="rect">
            <a:avLst/>
          </a:prstGeom>
        </p:spPr>
        <p:txBody>
          <a:bodyPr anchor="ctr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Christophe </a:t>
            </a:r>
            <a:r>
              <a:rPr kumimoji="0" lang="en-GB" sz="6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Crémon</a:t>
            </a:r>
            <a:b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</a:b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Agents of Change: How Agentic AI is Revolutionizing Every Industry</a:t>
            </a:r>
            <a:endParaRPr kumimoji="0" lang="nn-NO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86A114-825E-899D-131A-E3804726A2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3625" y="2135008"/>
            <a:ext cx="2220667" cy="222066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D2FB0511-1CFE-4664-7241-0E0C653A0786}"/>
              </a:ext>
            </a:extLst>
          </p:cNvPr>
          <p:cNvSpPr txBox="1">
            <a:spLocks/>
          </p:cNvSpPr>
          <p:nvPr/>
        </p:nvSpPr>
        <p:spPr>
          <a:xfrm>
            <a:off x="4404941" y="4454040"/>
            <a:ext cx="4664497" cy="1478570"/>
          </a:xfrm>
          <a:prstGeom prst="rect">
            <a:avLst/>
          </a:prstGeom>
        </p:spPr>
        <p:txBody>
          <a:bodyPr anchor="ctr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Pete Gallagher</a:t>
            </a:r>
            <a:b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</a:b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Detecting Pollinating Insects with a Raspberry Pi and the Hailo AI Kit</a:t>
            </a:r>
            <a:endParaRPr kumimoji="0" lang="nn-NO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6F9C89-4248-64AA-862D-0DF7D1163C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69438" y="4241172"/>
            <a:ext cx="2220667" cy="214458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815863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 xmlns:a16="http://schemas.microsoft.com/office/drawing/2014/main">
      <p:transition spd="slow" advTm="10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788070C-D794-689A-FC9C-1FDA2D2D8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D99BC21-764C-B08D-6940-5FD45B03B8C0}"/>
              </a:ext>
            </a:extLst>
          </p:cNvPr>
          <p:cNvSpPr txBox="1">
            <a:spLocks/>
          </p:cNvSpPr>
          <p:nvPr/>
        </p:nvSpPr>
        <p:spPr>
          <a:xfrm>
            <a:off x="492186" y="1182795"/>
            <a:ext cx="8057978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pic>
        <p:nvPicPr>
          <p:cNvPr id="6" name="Picture 5" descr="Blue striped umbrellas">
            <a:extLst>
              <a:ext uri="{FF2B5EF4-FFF2-40B4-BE49-F238E27FC236}">
                <a16:creationId xmlns:a16="http://schemas.microsoft.com/office/drawing/2014/main" id="{B8D0C60E-C3CF-7E49-538E-2C4FF30555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93675" y="1445909"/>
            <a:ext cx="7604649" cy="506976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2F81B62-6178-2BBE-C782-EB425C1D5EBD}"/>
              </a:ext>
            </a:extLst>
          </p:cNvPr>
          <p:cNvSpPr txBox="1">
            <a:spLocks/>
          </p:cNvSpPr>
          <p:nvPr/>
        </p:nvSpPr>
        <p:spPr>
          <a:xfrm>
            <a:off x="492186" y="207884"/>
            <a:ext cx="8350062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HOLIDAY TIME!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7452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 xmlns:a16="http://schemas.microsoft.com/office/drawing/2014/main">
      <p:transition spd="slow" advTm="10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165C324-4226-584B-6FBA-109C47B43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C32119C-57C3-1AF5-0ECD-F447E3730AD9}"/>
              </a:ext>
            </a:extLst>
          </p:cNvPr>
          <p:cNvSpPr txBox="1">
            <a:spLocks/>
          </p:cNvSpPr>
          <p:nvPr/>
        </p:nvSpPr>
        <p:spPr>
          <a:xfrm>
            <a:off x="492186" y="1182795"/>
            <a:ext cx="8057978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pic>
        <p:nvPicPr>
          <p:cNvPr id="6" name="Picture 5" descr="Reindeer in snow with illuminated antlers">
            <a:extLst>
              <a:ext uri="{FF2B5EF4-FFF2-40B4-BE49-F238E27FC236}">
                <a16:creationId xmlns:a16="http://schemas.microsoft.com/office/drawing/2014/main" id="{49B13782-AD61-1A7F-C9FB-30B9FAE9A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93675" y="1999912"/>
            <a:ext cx="7604649" cy="396175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87E58EA-8B1E-0C7F-6122-DECFD07DFBC0}"/>
              </a:ext>
            </a:extLst>
          </p:cNvPr>
          <p:cNvSpPr txBox="1">
            <a:spLocks/>
          </p:cNvSpPr>
          <p:nvPr/>
        </p:nvSpPr>
        <p:spPr>
          <a:xfrm>
            <a:off x="492186" y="207884"/>
            <a:ext cx="8350062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HOLIDAY TIME!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9393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 xmlns:a16="http://schemas.microsoft.com/office/drawing/2014/main">
      <p:transition spd="slow" advTm="10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71675" y="239625"/>
            <a:ext cx="9373991" cy="82508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5400" b="1" dirty="0"/>
              <a:t>LATi Sessions</a:t>
            </a:r>
            <a:endParaRPr lang="en-GB" sz="2400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633A75E-49BF-4B25-B52B-AF7AFF91A639}"/>
              </a:ext>
            </a:extLst>
          </p:cNvPr>
          <p:cNvSpPr txBox="1">
            <a:spLocks/>
          </p:cNvSpPr>
          <p:nvPr/>
        </p:nvSpPr>
        <p:spPr>
          <a:xfrm>
            <a:off x="2434227" y="3787092"/>
            <a:ext cx="5486902" cy="10943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Mike Pound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 and Diminishing Returns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D44B939-3C3A-495F-9099-E98933CA15D6}"/>
              </a:ext>
            </a:extLst>
          </p:cNvPr>
          <p:cNvSpPr txBox="1">
            <a:spLocks/>
          </p:cNvSpPr>
          <p:nvPr/>
        </p:nvSpPr>
        <p:spPr>
          <a:xfrm>
            <a:off x="1355182" y="1966586"/>
            <a:ext cx="9124775" cy="75156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Data Science and AI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3D4CC3-7D35-1AE6-F614-5878E6B679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1941" y="3449019"/>
            <a:ext cx="1770475" cy="1770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78AD80-76FD-8827-DA66-23C482C505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66975" y="4790083"/>
            <a:ext cx="1327856" cy="1770475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61E93E0-2F17-C36E-0A57-14BD2D0AAA27}"/>
              </a:ext>
            </a:extLst>
          </p:cNvPr>
          <p:cNvSpPr txBox="1">
            <a:spLocks/>
          </p:cNvSpPr>
          <p:nvPr/>
        </p:nvSpPr>
        <p:spPr>
          <a:xfrm>
            <a:off x="3224861" y="5219494"/>
            <a:ext cx="6489863" cy="10943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Firat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GB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Batmaz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Vision, AI, Autonomous and Human Centred Systems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4A79EA5-CC4C-6DDA-EEB9-7F6E737AB04D}"/>
              </a:ext>
            </a:extLst>
          </p:cNvPr>
          <p:cNvSpPr txBox="1">
            <a:spLocks/>
          </p:cNvSpPr>
          <p:nvPr/>
        </p:nvSpPr>
        <p:spPr>
          <a:xfrm>
            <a:off x="571675" y="901874"/>
            <a:ext cx="9373991" cy="4662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</a:t>
            </a:r>
            <a:r>
              <a:rPr kumimoji="0" lang="en-GB" sz="2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November 2024 from 5.30pm @ The Careers and Enterprise Hub</a:t>
            </a:r>
          </a:p>
        </p:txBody>
      </p:sp>
    </p:spTree>
    <p:extLst>
      <p:ext uri="{BB962C8B-B14F-4D97-AF65-F5344CB8AC3E}">
        <p14:creationId xmlns:p14="http://schemas.microsoft.com/office/powerpoint/2010/main" val="1151093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Circuit">
  <a:themeElements>
    <a:clrScheme name="Circuit">
      <a:dk1>
        <a:srgbClr val="000000"/>
      </a:dk1>
      <a:lt1>
        <a:srgbClr val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ustom 1">
      <a:majorFont>
        <a:latin typeface="Baloo 2"/>
        <a:ea typeface=""/>
        <a:cs typeface=""/>
      </a:majorFont>
      <a:minorFont>
        <a:latin typeface="Baloo 2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Theme">
  <a:themeElements>
    <a:clrScheme name="Azure Dev">
      <a:dk1>
        <a:srgbClr val="007EBA"/>
      </a:dk1>
      <a:lt1>
        <a:srgbClr val="FFFFFF"/>
      </a:lt1>
      <a:dk2>
        <a:srgbClr val="44546A"/>
      </a:dk2>
      <a:lt2>
        <a:srgbClr val="E3E4E3"/>
      </a:lt2>
      <a:accent1>
        <a:srgbClr val="4C4D4C"/>
      </a:accent1>
      <a:accent2>
        <a:srgbClr val="00A3DA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loo 2"/>
        <a:ea typeface=""/>
        <a:cs typeface=""/>
      </a:majorFont>
      <a:minorFont>
        <a:latin typeface="Baloo 2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ppt/theme/theme4.xml><?xml version="1.0" encoding="utf-8"?>
<a:theme xmlns:a="http://schemas.openxmlformats.org/drawingml/2006/main" name="3_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2803</TotalTime>
  <Words>288</Words>
  <Application>Microsoft Office PowerPoint</Application>
  <PresentationFormat>Widescreen</PresentationFormat>
  <Paragraphs>61</Paragraphs>
  <Slides>14</Slides>
  <Notes>11</Notes>
  <HiddenSlides>4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Tw Cen MT</vt:lpstr>
      <vt:lpstr>-apple-system</vt:lpstr>
      <vt:lpstr>Baloo 2</vt:lpstr>
      <vt:lpstr>Arial</vt:lpstr>
      <vt:lpstr>Twentieth Century</vt:lpstr>
      <vt:lpstr>Calibri</vt:lpstr>
      <vt:lpstr>Calibri Light</vt:lpstr>
      <vt:lpstr>Pacifico</vt:lpstr>
      <vt:lpstr>Quattrocento Sans</vt:lpstr>
      <vt:lpstr>Circuit</vt:lpstr>
      <vt:lpstr>3_Office Theme</vt:lpstr>
      <vt:lpstr>2_Circuit</vt:lpstr>
      <vt:lpstr>3_Circuit</vt:lpstr>
      <vt:lpstr>Office Theme</vt:lpstr>
      <vt:lpstr>.NET Notts</vt:lpstr>
      <vt:lpstr>PowerPoint Presentation</vt:lpstr>
      <vt:lpstr>THANKS TO  OUR SPONSORS!</vt:lpstr>
      <vt:lpstr>Connecting to the WiFi</vt:lpstr>
      <vt:lpstr>PowerPoint Presentation</vt:lpstr>
      <vt:lpstr>PowerPoint Presentation</vt:lpstr>
      <vt:lpstr>PowerPoint Presentation</vt:lpstr>
      <vt:lpstr>Upcoming  meetups</vt:lpstr>
      <vt:lpstr>PowerPoint Presentation</vt:lpstr>
      <vt:lpstr>PowerPoint Presentation</vt:lpstr>
      <vt:lpstr>Thursday July 10th 2025 from 18:30BST On Zoom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.NET Notts</dc:title>
  <dc:creator>Peter Gallagher</dc:creator>
  <cp:lastModifiedBy>Peter Gallagher</cp:lastModifiedBy>
  <cp:revision>104</cp:revision>
  <dcterms:created xsi:type="dcterms:W3CDTF">2018-09-12T18:01:14Z</dcterms:created>
  <dcterms:modified xsi:type="dcterms:W3CDTF">2026-10-14T15:56:23Z</dcterms:modified>
</cp:coreProperties>
</file>